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— the pitch begins.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0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645920"/>
            <a:ext cx="5943600" cy="5943600"/>
          </a:xfrm>
          <a:prstGeom prst="ellipse">
            <a:avLst/>
          </a:prstGeom>
          <a:solidFill>
            <a:srgbClr val="6C2BD9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FF2D78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MOM &amp; DAD SHOULD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spc="100" kern="0" dirty="0">
                <a:solidFill>
                  <a:srgbClr val="FFD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ME THE ALBUM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841248" y="3429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DB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serious presentation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1371600" cy="1371600"/>
          </a:xfrm>
          <a:prstGeom prst="ellipse">
            <a:avLst/>
          </a:prstGeom>
          <a:solidFill>
            <a:srgbClr val="6C2BD9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016" y="4654296"/>
            <a:ext cx="658368" cy="6583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606040" y="4709160"/>
            <a:ext cx="1051560" cy="1051560"/>
          </a:xfrm>
          <a:prstGeom prst="ellipse">
            <a:avLst/>
          </a:prstGeom>
          <a:solidFill>
            <a:srgbClr val="FF2D7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446" y="4982566"/>
            <a:ext cx="504749" cy="504749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977640" y="4160520"/>
            <a:ext cx="1463040" cy="146304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030" y="4540910"/>
            <a:ext cx="702259" cy="702259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14:morph option="byObjec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371600"/>
            <a:ext cx="5486400" cy="5486400"/>
          </a:xfrm>
          <a:prstGeom prst="ellipse">
            <a:avLst/>
          </a:prstGeom>
          <a:solidFill>
            <a:srgbClr val="FF2D7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60120" cy="960120"/>
          </a:xfrm>
          <a:prstGeom prst="ellipse">
            <a:avLst/>
          </a:prstGeom>
          <a:solidFill>
            <a:srgbClr val="15092B"/>
          </a:solidFill>
          <a:ln w="25400">
            <a:solidFill>
              <a:srgbClr val="FFD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960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82880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2D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#1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83080" y="109728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2A1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albumi asht ne Tiran — edhe kur shkojna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2A1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mujna me pi kafe bashk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463040" y="3108960"/>
            <a:ext cx="2286000" cy="2286000"/>
          </a:xfrm>
          <a:prstGeom prst="ellipse">
            <a:avLst/>
          </a:prstGeom>
          <a:solidFill>
            <a:srgbClr val="6C2BD9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3703320"/>
            <a:ext cx="1097280" cy="1097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0" y="3108960"/>
            <a:ext cx="2286000" cy="2286000"/>
          </a:xfrm>
          <a:prstGeom prst="ellipse">
            <a:avLst/>
          </a:prstGeom>
          <a:solidFill>
            <a:srgbClr val="FF2D7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3703320"/>
            <a:ext cx="1097280" cy="1097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132320" y="3108960"/>
            <a:ext cx="2286000" cy="2286000"/>
          </a:xfrm>
          <a:prstGeom prst="ellipse">
            <a:avLst/>
          </a:prstGeom>
          <a:solidFill>
            <a:srgbClr val="15092B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37033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2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Tiran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29768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2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713232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0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900">
    <p14:morph option="byObjec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41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1828800"/>
            <a:ext cx="6400800" cy="6400800"/>
          </a:xfrm>
          <a:prstGeom prst="ellipse">
            <a:avLst/>
          </a:prstGeom>
          <a:solidFill>
            <a:srgbClr val="6C2BD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60120" cy="960120"/>
          </a:xfrm>
          <a:prstGeom prst="ellipse">
            <a:avLst/>
          </a:prstGeom>
          <a:solidFill>
            <a:srgbClr val="15092B"/>
          </a:solidFill>
          <a:ln w="25400">
            <a:solidFill>
              <a:srgbClr val="FFD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960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82880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D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#2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83080" y="109728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qeto dit jam kan qike e mire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(qysh po menoj un)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377440" y="3200400"/>
            <a:ext cx="2743200" cy="2743200"/>
          </a:xfrm>
          <a:prstGeom prst="ellipse">
            <a:avLst/>
          </a:prstGeom>
          <a:solidFill>
            <a:srgbClr val="FF2D7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90672" y="3913632"/>
            <a:ext cx="1316736" cy="131673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0" y="3383280"/>
            <a:ext cx="2377440" cy="2377440"/>
          </a:xfrm>
          <a:prstGeom prst="ellipse">
            <a:avLst/>
          </a:prstGeom>
          <a:solidFill>
            <a:srgbClr val="6C2BD9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414" y="4001414"/>
            <a:ext cx="1141171" cy="1141171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14:morph option="byObjec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2D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4114800"/>
            <a:ext cx="5943600" cy="5943600"/>
          </a:xfrm>
          <a:prstGeom prst="ellipse">
            <a:avLst/>
          </a:prstGeom>
          <a:solidFill>
            <a:srgbClr val="FFD40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60120" cy="960120"/>
          </a:xfrm>
          <a:prstGeom prst="ellipse">
            <a:avLst/>
          </a:prstGeom>
          <a:solidFill>
            <a:srgbClr val="15092B"/>
          </a:solidFill>
          <a:ln w="25400">
            <a:solidFill>
              <a:srgbClr val="FFD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960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82880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#3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83080" y="109728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ban shum te lumtur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3200400" y="2926080"/>
            <a:ext cx="4206240" cy="4206240"/>
          </a:xfrm>
          <a:prstGeom prst="ellipse">
            <a:avLst/>
          </a:prstGeom>
          <a:solidFill>
            <a:srgbClr val="15092B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4022" y="4019702"/>
            <a:ext cx="2018995" cy="2018995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14:morph option="byObjec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FF2D7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60120" cy="960120"/>
          </a:xfrm>
          <a:prstGeom prst="ellipse">
            <a:avLst/>
          </a:prstGeom>
          <a:solidFill>
            <a:srgbClr val="15092B"/>
          </a:solidFill>
          <a:ln w="25400">
            <a:solidFill>
              <a:srgbClr val="FFD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960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82880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C2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#4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83080" y="109728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2A1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premtoj qe e maj mire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2A1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edhe nuk e demtoj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3291840" y="3200400"/>
            <a:ext cx="2377440" cy="2377440"/>
          </a:xfrm>
          <a:prstGeom prst="ellipse">
            <a:avLst/>
          </a:prstGeom>
          <a:solidFill>
            <a:srgbClr val="6C2BD9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9974" y="3818534"/>
            <a:ext cx="1141171" cy="114117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063240" y="2971800"/>
            <a:ext cx="2834640" cy="2834640"/>
          </a:xfrm>
          <a:prstGeom prst="ellipse">
            <a:avLst/>
          </a:prstGeom>
          <a:ln w="101600">
            <a:solidFill>
              <a:srgbClr val="FF2D7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83280" y="3291840"/>
            <a:ext cx="2194560" cy="2194560"/>
          </a:xfrm>
          <a:prstGeom prst="line">
            <a:avLst/>
          </a:prstGeom>
          <a:noFill/>
          <a:ln w="101600">
            <a:solidFill>
              <a:srgbClr val="FF2D7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383280" y="5486400"/>
            <a:ext cx="2194560" cy="-2194560"/>
          </a:xfrm>
          <a:prstGeom prst="line">
            <a:avLst/>
          </a:prstGeom>
          <a:noFill/>
          <a:ln w="101600">
            <a:solidFill>
              <a:srgbClr val="FF2D78"/>
            </a:solidFill>
            <a:prstDash val="solid"/>
          </a:ln>
        </p:spPr>
      </p:sp>
    </p:spTree>
  </p:cSld>
  <p:clrMapOvr>
    <a:masterClrMapping/>
  </p:clrMapOvr>
  <p:transition xmlns:p14="http://schemas.microsoft.com/office/powerpoint/2010/main" spd="slow" p14:dur="900">
    <p14:morph option="byObject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0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-2286000"/>
            <a:ext cx="7315200" cy="7315200"/>
          </a:xfrm>
          <a:prstGeom prst="ellipse">
            <a:avLst/>
          </a:prstGeom>
          <a:solidFill>
            <a:srgbClr val="6C2BD9">
              <a:alpha val="5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D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#5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09728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kum pas anderr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prej se i kum ngu ato qikat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516598" y="3383280"/>
            <a:ext cx="1133856" cy="1133856"/>
          </a:xfrm>
          <a:prstGeom prst="ellipse">
            <a:avLst/>
          </a:prstGeom>
          <a:solidFill>
            <a:srgbClr val="FF2D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16598" y="3383280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0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849009" y="3383280"/>
            <a:ext cx="1133856" cy="1133856"/>
          </a:xfrm>
          <a:prstGeom prst="ellipse">
            <a:avLst/>
          </a:prstGeom>
          <a:solidFill>
            <a:srgbClr val="FFD4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49009" y="3383280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0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181421" y="3383280"/>
            <a:ext cx="1133856" cy="1133856"/>
          </a:xfrm>
          <a:prstGeom prst="ellipse">
            <a:avLst/>
          </a:prstGeom>
          <a:solidFill>
            <a:srgbClr val="6C2BD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1421" y="3383280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0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5513832" y="3383280"/>
            <a:ext cx="1133856" cy="1133856"/>
          </a:xfrm>
          <a:prstGeom prst="ellipse">
            <a:avLst/>
          </a:prstGeom>
          <a:solidFill>
            <a:srgbClr val="FF2D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13832" y="3383280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0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6846243" y="3383280"/>
            <a:ext cx="1133856" cy="1133856"/>
          </a:xfrm>
          <a:prstGeom prst="ellipse">
            <a:avLst/>
          </a:prstGeom>
          <a:solidFill>
            <a:srgbClr val="FFD4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46243" y="3383280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0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8178655" y="3383280"/>
            <a:ext cx="1133856" cy="1133856"/>
          </a:xfrm>
          <a:prstGeom prst="ellipse">
            <a:avLst/>
          </a:prstGeom>
          <a:solidFill>
            <a:srgbClr val="6C2BD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78655" y="3383280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0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511066" y="3383280"/>
            <a:ext cx="1133856" cy="1133856"/>
          </a:xfrm>
          <a:prstGeom prst="ellipse">
            <a:avLst/>
          </a:prstGeom>
          <a:solidFill>
            <a:srgbClr val="FF2D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11066" y="3383280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0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502920" y="5074920"/>
            <a:ext cx="914400" cy="91440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5312664"/>
            <a:ext cx="438912" cy="43891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0698480" y="4892040"/>
            <a:ext cx="1051560" cy="1051560"/>
          </a:xfrm>
          <a:prstGeom prst="ellipse">
            <a:avLst/>
          </a:prstGeom>
          <a:solidFill>
            <a:srgbClr val="FF2D7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1886" y="5165446"/>
            <a:ext cx="504749" cy="504749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783080" y="4846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DB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favorite group. obviously.</a:t>
            </a:r>
            <a:endParaRPr lang="en-US" sz="1500" dirty="0"/>
          </a:p>
        </p:txBody>
      </p:sp>
    </p:spTree>
  </p:cSld>
  <p:clrMapOvr>
    <a:masterClrMapping/>
  </p:clrMapOvr>
  <p:transition xmlns:p14="http://schemas.microsoft.com/office/powerpoint/2010/main" spd="slow" p14:dur="900">
    <p14:morph option="byObject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C2B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943600" cy="5943600"/>
          </a:xfrm>
          <a:prstGeom prst="ellipse">
            <a:avLst/>
          </a:prstGeom>
          <a:solidFill>
            <a:srgbClr val="FF2D7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60120" cy="960120"/>
          </a:xfrm>
          <a:prstGeom prst="ellipse">
            <a:avLst/>
          </a:prstGeom>
          <a:solidFill>
            <a:srgbClr val="15092B"/>
          </a:solidFill>
          <a:ln w="25400">
            <a:solidFill>
              <a:srgbClr val="FFD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960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82880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D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#6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83080" y="109728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 premtoj qe ka me vlersu shum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103120" y="3291840"/>
            <a:ext cx="1463040" cy="1463040"/>
          </a:xfrm>
          <a:prstGeom prst="ellipse">
            <a:avLst/>
          </a:prstGeom>
          <a:solidFill>
            <a:srgbClr val="FF2D7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3510" y="3672230"/>
            <a:ext cx="702259" cy="70225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931920" y="2926080"/>
            <a:ext cx="1828800" cy="1828800"/>
          </a:xfrm>
          <a:prstGeom prst="ellipse">
            <a:avLst/>
          </a:prstGeom>
          <a:solidFill>
            <a:srgbClr val="FF2D7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3401568"/>
            <a:ext cx="877824" cy="87782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309360" y="3291840"/>
            <a:ext cx="1463040" cy="1463040"/>
          </a:xfrm>
          <a:prstGeom prst="ellipse">
            <a:avLst/>
          </a:prstGeom>
          <a:solidFill>
            <a:srgbClr val="FF2D7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3672230"/>
            <a:ext cx="702259" cy="702259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138160" y="3017520"/>
            <a:ext cx="1737360" cy="1737360"/>
          </a:xfrm>
          <a:prstGeom prst="ellipse">
            <a:avLst/>
          </a:prstGeom>
          <a:solidFill>
            <a:srgbClr val="FF2D7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9874" y="3469234"/>
            <a:ext cx="833933" cy="833933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14:morph option="byObject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0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1828800"/>
            <a:ext cx="6400800" cy="6400800"/>
          </a:xfrm>
          <a:prstGeom prst="ellipse">
            <a:avLst/>
          </a:prstGeom>
          <a:solidFill>
            <a:srgbClr val="FF2D78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6C2BD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nejse, qato jan arsyet.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spc="300" kern="0" dirty="0">
                <a:solidFill>
                  <a:srgbClr val="FFD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ÇAOOO</a:t>
            </a:r>
            <a:endParaRPr lang="en-US" sz="8400" dirty="0"/>
          </a:p>
        </p:txBody>
      </p:sp>
      <p:sp>
        <p:nvSpPr>
          <p:cNvPr id="6" name="Shape 4"/>
          <p:cNvSpPr/>
          <p:nvPr/>
        </p:nvSpPr>
        <p:spPr>
          <a:xfrm>
            <a:off x="914400" y="5029200"/>
            <a:ext cx="1280160" cy="1280160"/>
          </a:xfrm>
          <a:prstGeom prst="ellipse">
            <a:avLst/>
          </a:prstGeom>
          <a:solidFill>
            <a:srgbClr val="FF2D7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7242" y="5362042"/>
            <a:ext cx="614477" cy="61447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468880" y="5212080"/>
            <a:ext cx="1005840" cy="1005840"/>
          </a:xfrm>
          <a:prstGeom prst="ellipse">
            <a:avLst/>
          </a:prstGeom>
          <a:solidFill>
            <a:srgbClr val="6C2BD9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398" y="5473598"/>
            <a:ext cx="482803" cy="482803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14:morph option="byObjec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2026-08-15T17:21:35Z</dcterms:created>
  <dcterms:modified xsi:type="dcterms:W3CDTF">2026-08-15T17:21:35Z</dcterms:modified>
</cp:coreProperties>
</file>