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Faqja e pare — fillon lutja.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head"/>
          <p:cNvSpPr/>
          <p:nvPr/>
        </p:nvSpPr>
        <p:spPr>
          <a:xfrm>
            <a:off x="822960" y="1005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0" kern="0" dirty="0">
                <a:solidFill>
                  <a:srgbClr val="26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MOM &amp; DAD SHOULD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1664208"/>
            <a:ext cx="667512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ME THE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22960" y="2724912"/>
            <a:ext cx="6675120" cy="132588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2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</a:t>
            </a:r>
            <a:endParaRPr lang="en-US" sz="9200" dirty="0"/>
          </a:p>
        </p:txBody>
      </p:sp>
      <p:sp>
        <p:nvSpPr>
          <p:cNvPr id="6" name="Shape 3"/>
          <p:cNvSpPr/>
          <p:nvPr/>
        </p:nvSpPr>
        <p:spPr>
          <a:xfrm>
            <a:off x="868680" y="4315968"/>
            <a:ext cx="4297680" cy="56692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3159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nje prezantim shum serioz</a:t>
            </a:r>
            <a:endParaRPr lang="en-US" sz="1500" dirty="0"/>
          </a:p>
        </p:txBody>
      </p:sp>
      <p:pic>
        <p:nvPicPr>
          <p:cNvPr id="8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0">
            <a:off x="7818120" y="2148840"/>
            <a:ext cx="2468880" cy="2468880"/>
          </a:xfrm>
          <a:prstGeom prst="rect">
            <a:avLst/>
          </a:prstGeom>
        </p:spPr>
      </p:pic>
      <p:pic>
        <p:nvPicPr>
          <p:cNvPr id="9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40000">
            <a:off x="10378440" y="3703320"/>
            <a:ext cx="1463040" cy="1463040"/>
          </a:xfrm>
          <a:prstGeom prst="rect">
            <a:avLst/>
          </a:prstGeom>
        </p:spPr>
      </p:pic>
      <p:pic>
        <p:nvPicPr>
          <p:cNvPr id="10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8001000" y="4800600"/>
            <a:ext cx="1737360" cy="1737360"/>
          </a:xfrm>
          <a:prstGeom prst="rect">
            <a:avLst/>
          </a:prstGeom>
        </p:spPr>
      </p:pic>
      <p:pic>
        <p:nvPicPr>
          <p:cNvPr id="11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2148840"/>
            <a:ext cx="960120" cy="96012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6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PARE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43000"/>
            <a:ext cx="466344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albumi asht ne Tiran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edhe kur shkojna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mujna me pi kafe bashk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874520" y="3977640"/>
            <a:ext cx="46634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kafja per ju, albumi per mu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74520" y="461772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74520" y="4617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TIRANA + KAFE = PO</a:t>
            </a:r>
            <a:endParaRPr lang="en-US" sz="1400" dirty="0"/>
          </a:p>
        </p:txBody>
      </p:sp>
      <p:pic>
        <p:nvPicPr>
          <p:cNvPr id="10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">
            <a:off x="6903720" y="777240"/>
            <a:ext cx="3931920" cy="2898648"/>
          </a:xfrm>
          <a:prstGeom prst="rect">
            <a:avLst/>
          </a:prstGeom>
        </p:spPr>
      </p:pic>
      <p:pic>
        <p:nvPicPr>
          <p:cNvPr id="11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9692640" y="3794760"/>
            <a:ext cx="1783080" cy="2514600"/>
          </a:xfrm>
          <a:prstGeom prst="rect">
            <a:avLst/>
          </a:prstGeom>
        </p:spPr>
      </p:pic>
      <p:pic>
        <p:nvPicPr>
          <p:cNvPr id="12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6858000" y="3886200"/>
            <a:ext cx="2194560" cy="2194560"/>
          </a:xfrm>
          <a:prstGeom prst="rect">
            <a:avLst/>
          </a:prstGeom>
        </p:spPr>
      </p:pic>
      <p:pic>
        <p:nvPicPr>
          <p:cNvPr id="13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9006840" y="397764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DYTE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88720"/>
            <a:ext cx="475488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qeto dit jam kan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qike e mire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938528" y="3108960"/>
            <a:ext cx="45720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(qysh po menoj un)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938528" y="379476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38528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burimi: un</a:t>
            </a:r>
            <a:endParaRPr lang="en-US" sz="1500" dirty="0"/>
          </a:p>
        </p:txBody>
      </p:sp>
      <p:pic>
        <p:nvPicPr>
          <p:cNvPr id="10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7040880" y="1234440"/>
            <a:ext cx="3108960" cy="3108960"/>
          </a:xfrm>
          <a:prstGeom prst="rect">
            <a:avLst/>
          </a:prstGeom>
        </p:spPr>
      </p:pic>
      <p:pic>
        <p:nvPicPr>
          <p:cNvPr id="11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9281160" y="3611880"/>
            <a:ext cx="2194560" cy="2194560"/>
          </a:xfrm>
          <a:prstGeom prst="rect">
            <a:avLst/>
          </a:prstGeom>
        </p:spPr>
      </p:pic>
      <p:pic>
        <p:nvPicPr>
          <p:cNvPr id="12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840000">
            <a:off x="6400800" y="4480560"/>
            <a:ext cx="1188720" cy="1188720"/>
          </a:xfrm>
          <a:prstGeom prst="rect">
            <a:avLst/>
          </a:prstGeom>
        </p:spPr>
      </p:pic>
      <p:pic>
        <p:nvPicPr>
          <p:cNvPr id="13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105156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TRETE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88720"/>
            <a:ext cx="475488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25400" dir="5400000">
              <a:srgbClr val="FFFFFF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 shum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lumtur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938528" y="3337560"/>
            <a:ext cx="45720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shkenca e ka vertetu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938528" y="402336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0C042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38528" y="4023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 garantume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67144" y="832104"/>
            <a:ext cx="4096512" cy="40965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0">
            <a:off x="7086600" y="1051560"/>
            <a:ext cx="3657600" cy="3657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56986" y="4228186"/>
            <a:ext cx="2150669" cy="2150669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6172200" y="4343400"/>
            <a:ext cx="1920240" cy="1920240"/>
          </a:xfrm>
          <a:prstGeom prst="rect">
            <a:avLst/>
          </a:prstGeom>
        </p:spPr>
      </p:pic>
      <p:pic>
        <p:nvPicPr>
          <p:cNvPr id="14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600000">
            <a:off x="10332720" y="448056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6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KATERT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88720"/>
            <a:ext cx="493776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premtoj qe e maj mire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edhe nuk e demtoj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938528" y="3200400"/>
            <a:ext cx="4937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thyerje deri tash — rekord i paster</a:t>
            </a:r>
            <a:endParaRPr lang="en-US" sz="1800" dirty="0"/>
          </a:p>
        </p:txBody>
      </p:sp>
      <p:pic>
        <p:nvPicPr>
          <p:cNvPr id="8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0">
            <a:off x="2148840" y="4160520"/>
            <a:ext cx="1828800" cy="1828800"/>
          </a:xfrm>
          <a:prstGeom prst="rect">
            <a:avLst/>
          </a:prstGeom>
        </p:spPr>
      </p:pic>
      <p:pic>
        <p:nvPicPr>
          <p:cNvPr id="9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709160"/>
            <a:ext cx="914400" cy="914400"/>
          </a:xfrm>
          <a:prstGeom prst="rect">
            <a:avLst/>
          </a:prstGeom>
        </p:spPr>
      </p:pic>
      <p:pic>
        <p:nvPicPr>
          <p:cNvPr id="10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7086600" y="1325880"/>
            <a:ext cx="2194560" cy="2194560"/>
          </a:xfrm>
          <a:prstGeom prst="rect">
            <a:avLst/>
          </a:prstGeom>
        </p:spPr>
      </p:pic>
      <p:pic>
        <p:nvPicPr>
          <p:cNvPr id="11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783080"/>
            <a:ext cx="1463040" cy="146304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69480" y="3886200"/>
            <a:ext cx="1463040" cy="475488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726948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kurr</a:t>
            </a:r>
            <a:endParaRPr lang="en-US" sz="1400" dirty="0"/>
          </a:p>
        </p:txBody>
      </p:sp>
      <p:pic>
        <p:nvPicPr>
          <p:cNvPr id="14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9555480" y="1783080"/>
            <a:ext cx="1920240" cy="192024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464040" y="388620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8"/>
          <p:cNvSpPr/>
          <p:nvPr/>
        </p:nvSpPr>
        <p:spPr>
          <a:xfrm>
            <a:off x="9464040" y="3886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gjithmone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PESTE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88720"/>
            <a:ext cx="493776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kum pas anderr prej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 kum ngu ato qikat</a:t>
            </a:r>
            <a:endParaRPr lang="en-US" sz="32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8229600" y="960120"/>
            <a:ext cx="2926080" cy="2926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2112264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112264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12" name="Shape 8"/>
          <p:cNvSpPr/>
          <p:nvPr/>
        </p:nvSpPr>
        <p:spPr>
          <a:xfrm>
            <a:off x="3355848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26E0FF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55848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4599432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599432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16" name="Shape 12"/>
          <p:cNvSpPr/>
          <p:nvPr/>
        </p:nvSpPr>
        <p:spPr>
          <a:xfrm>
            <a:off x="5843016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843016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400" dirty="0"/>
          </a:p>
        </p:txBody>
      </p:sp>
      <p:sp>
        <p:nvSpPr>
          <p:cNvPr id="18" name="Shape 14"/>
          <p:cNvSpPr/>
          <p:nvPr/>
        </p:nvSpPr>
        <p:spPr>
          <a:xfrm>
            <a:off x="7086600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8B3DFF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086600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4400" dirty="0"/>
          </a:p>
        </p:txBody>
      </p:sp>
      <p:sp>
        <p:nvSpPr>
          <p:cNvPr id="20" name="Shape 16"/>
          <p:cNvSpPr/>
          <p:nvPr/>
        </p:nvSpPr>
        <p:spPr>
          <a:xfrm>
            <a:off x="8330184" y="4315968"/>
            <a:ext cx="1152144" cy="1298448"/>
          </a:xfrm>
          <a:prstGeom prst="roundRect">
            <a:avLst>
              <a:gd name="adj" fmla="val 15873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52400" dist="63500" dir="5400000">
              <a:srgbClr val="000000">
                <a:alpha val="5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330184" y="4315968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0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400" dirty="0"/>
          </a:p>
        </p:txBody>
      </p:sp>
      <p:sp>
        <p:nvSpPr>
          <p:cNvPr id="22" name="Text 18"/>
          <p:cNvSpPr/>
          <p:nvPr/>
        </p:nvSpPr>
        <p:spPr>
          <a:xfrm>
            <a:off x="914400" y="5760720"/>
            <a:ext cx="5943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grupi im i preferuem. obviously.</a:t>
            </a:r>
            <a:endParaRPr lang="en-US" sz="1800" dirty="0"/>
          </a:p>
        </p:txBody>
      </p:sp>
      <p:pic>
        <p:nvPicPr>
          <p:cNvPr id="23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10881360" y="2240280"/>
            <a:ext cx="1097280" cy="1097280"/>
          </a:xfrm>
          <a:prstGeom prst="rect">
            <a:avLst/>
          </a:prstGeom>
        </p:spPr>
      </p:pic>
      <p:pic>
        <p:nvPicPr>
          <p:cNvPr id="24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4526280"/>
            <a:ext cx="960120" cy="960120"/>
          </a:xfrm>
          <a:prstGeom prst="rect">
            <a:avLst/>
          </a:prstGeom>
        </p:spPr>
      </p:pic>
      <p:pic>
        <p:nvPicPr>
          <p:cNvPr id="25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4480560"/>
            <a:ext cx="1051560" cy="1051560"/>
          </a:xfrm>
          <a:prstGeom prst="rect">
            <a:avLst/>
          </a:prstGeom>
        </p:spPr>
      </p:pic>
      <p:pic>
        <p:nvPicPr>
          <p:cNvPr id="26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926080"/>
            <a:ext cx="960120" cy="96012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adge"/>
          <p:cNvSpPr/>
          <p:nvPr/>
        </p:nvSpPr>
        <p:spPr>
          <a:xfrm>
            <a:off x="566928" y="502920"/>
            <a:ext cx="1170432" cy="1170432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FF4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4" name="!!badgenum"/>
          <p:cNvSpPr/>
          <p:nvPr/>
        </p:nvSpPr>
        <p:spPr>
          <a:xfrm>
            <a:off x="566928" y="50292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5" name="!!kicker"/>
          <p:cNvSpPr/>
          <p:nvPr/>
        </p:nvSpPr>
        <p:spPr>
          <a:xfrm>
            <a:off x="1938528" y="658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ARSYJA E GJASHTE</a:t>
            </a:r>
            <a:endParaRPr lang="en-US" sz="1500" dirty="0"/>
          </a:p>
        </p:txBody>
      </p:sp>
      <p:sp>
        <p:nvSpPr>
          <p:cNvPr id="6" name="!!head"/>
          <p:cNvSpPr/>
          <p:nvPr/>
        </p:nvSpPr>
        <p:spPr>
          <a:xfrm>
            <a:off x="1874520" y="1143000"/>
            <a:ext cx="4754880" cy="2103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 premtoj qe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 me vlersu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938528" y="397764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 afatgjat — pyet babin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938528" y="466344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38528" y="4663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 lutem x1000</a:t>
            </a:r>
            <a:endParaRPr lang="en-US" sz="1500" dirty="0"/>
          </a:p>
        </p:txBody>
      </p:sp>
      <p:pic>
        <p:nvPicPr>
          <p:cNvPr id="10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20000">
            <a:off x="7223760" y="1280160"/>
            <a:ext cx="2926080" cy="2926080"/>
          </a:xfrm>
          <a:prstGeom prst="rect">
            <a:avLst/>
          </a:prstGeom>
        </p:spPr>
      </p:pic>
      <p:pic>
        <p:nvPicPr>
          <p:cNvPr id="11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6400800" y="4160520"/>
            <a:ext cx="2011680" cy="2011680"/>
          </a:xfrm>
          <a:prstGeom prst="rect">
            <a:avLst/>
          </a:prstGeom>
        </p:spPr>
      </p:pic>
      <p:pic>
        <p:nvPicPr>
          <p:cNvPr id="12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">
            <a:off x="9189720" y="4206240"/>
            <a:ext cx="1828800" cy="1828800"/>
          </a:xfrm>
          <a:prstGeom prst="rect">
            <a:avLst/>
          </a:prstGeom>
        </p:spPr>
      </p:pic>
      <p:pic>
        <p:nvPicPr>
          <p:cNvPr id="13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40000">
            <a:off x="10698480" y="1965960"/>
            <a:ext cx="1143000" cy="1143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head"/>
          <p:cNvSpPr/>
          <p:nvPr/>
        </p:nvSpPr>
        <p:spPr>
          <a:xfrm>
            <a:off x="868680" y="1508760"/>
            <a:ext cx="6400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nejse, qato jan arsyet.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2377440"/>
            <a:ext cx="6400800" cy="16916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spc="5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ÇAOOO</a:t>
            </a:r>
            <a:endParaRPr lang="en-US" sz="10800" dirty="0"/>
          </a:p>
        </p:txBody>
      </p:sp>
      <p:sp>
        <p:nvSpPr>
          <p:cNvPr id="5" name="Shape 2"/>
          <p:cNvSpPr/>
          <p:nvPr/>
        </p:nvSpPr>
        <p:spPr>
          <a:xfrm>
            <a:off x="914400" y="4297680"/>
            <a:ext cx="4572000" cy="621792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2976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faleminderit qe e keni ndigju</a:t>
            </a:r>
            <a:endParaRPr lang="en-US" sz="16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7635240" y="3886200"/>
            <a:ext cx="2103120" cy="2103120"/>
          </a:xfrm>
          <a:prstGeom prst="rect">
            <a:avLst/>
          </a:prstGeom>
        </p:spPr>
      </p:pic>
      <p:pic>
        <p:nvPicPr>
          <p:cNvPr id="8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9692640" y="4572000"/>
            <a:ext cx="1371600" cy="1371600"/>
          </a:xfrm>
          <a:prstGeom prst="rect">
            <a:avLst/>
          </a:prstGeom>
        </p:spPr>
      </p:pic>
      <p:pic>
        <p:nvPicPr>
          <p:cNvPr id="9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10378440" y="2971800"/>
            <a:ext cx="1280160" cy="1280160"/>
          </a:xfrm>
          <a:prstGeom prst="rect">
            <a:avLst/>
          </a:prstGeom>
        </p:spPr>
      </p:pic>
      <p:pic>
        <p:nvPicPr>
          <p:cNvPr id="10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78892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1100">
    <p14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2026-08-15T17:59:53Z</dcterms:created>
  <dcterms:modified xsi:type="dcterms:W3CDTF">2026-08-15T17:59:53Z</dcterms:modified>
</cp:coreProperties>
</file>