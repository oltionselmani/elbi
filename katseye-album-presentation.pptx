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Faqja e pare — fillon lutja.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Foto: "Katseye in Seattle" nga David Lee (CC BY 4.0); "Katseye at Wango Tango 2025" (CC BY 4.0); "Katseye Beautiful Chaos Tour" nga the CwE (CC BY 4.0) — Wikimedia Commons. Logo KATSEYE: Geffen Records, public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head"/>
          <p:cNvSpPr/>
          <p:nvPr/>
        </p:nvSpPr>
        <p:spPr>
          <a:xfrm>
            <a:off x="822960" y="100584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500" kern="0" dirty="0">
                <a:solidFill>
                  <a:srgbClr val="26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MOM &amp; DAD SHOULD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1664208"/>
            <a:ext cx="6675120" cy="1097280"/>
          </a:xfrm>
          <a:prstGeom prst="rect">
            <a:avLst/>
          </a:prstGeom>
          <a:noFill/>
          <a:ln/>
          <a:effectLst>
            <a:outerShdw sx="100000" sy="100000" kx="0" ky="0" algn="bl" rotWithShape="0" blurRad="203200" dist="508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ME THE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24912"/>
            <a:ext cx="6675120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203200" dist="508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spc="2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ALBUM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868680" y="4315968"/>
            <a:ext cx="4297680" cy="56692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431596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nje prezantim shum serioz</a:t>
            </a:r>
            <a:endParaRPr lang="en-US" sz="1500" dirty="0"/>
          </a:p>
        </p:txBody>
      </p:sp>
      <p:pic>
        <p:nvPicPr>
          <p:cNvPr id="8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720000">
            <a:off x="7818120" y="2148840"/>
            <a:ext cx="2468880" cy="2468880"/>
          </a:xfrm>
          <a:prstGeom prst="rect">
            <a:avLst/>
          </a:prstGeom>
        </p:spPr>
      </p:pic>
      <p:pic>
        <p:nvPicPr>
          <p:cNvPr id="9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40000">
            <a:off x="10378440" y="3703320"/>
            <a:ext cx="1463040" cy="1463040"/>
          </a:xfrm>
          <a:prstGeom prst="rect">
            <a:avLst/>
          </a:prstGeom>
        </p:spPr>
      </p:pic>
      <p:pic>
        <p:nvPicPr>
          <p:cNvPr id="10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8001000" y="4800600"/>
            <a:ext cx="1737360" cy="1737360"/>
          </a:xfrm>
          <a:prstGeom prst="rect">
            <a:avLst/>
          </a:prstGeom>
        </p:spPr>
      </p:pic>
      <p:pic>
        <p:nvPicPr>
          <p:cNvPr id="11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0" y="2148840"/>
            <a:ext cx="960120" cy="96012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6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PARE</a:t>
            </a:r>
            <a:endParaRPr lang="en-US" sz="1500" dirty="0"/>
          </a:p>
        </p:txBody>
      </p:sp>
      <p:sp>
        <p:nvSpPr>
          <p:cNvPr id="6" name="!!head"/>
          <p:cNvSpPr/>
          <p:nvPr/>
        </p:nvSpPr>
        <p:spPr>
          <a:xfrm>
            <a:off x="1874520" y="1143000"/>
            <a:ext cx="466344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albumi asht ne Tiran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edhe kur shkojna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mujna me pi kafe bashk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874520" y="3977640"/>
            <a:ext cx="4663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C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kafja per ju, albumi per mu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874520" y="4617720"/>
            <a:ext cx="3566160" cy="54864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874520" y="4617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TIRANA + KAFE = PO</a:t>
            </a:r>
            <a:endParaRPr lang="en-US" sz="1400" dirty="0"/>
          </a:p>
        </p:txBody>
      </p:sp>
      <p:pic>
        <p:nvPicPr>
          <p:cNvPr id="10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180000">
            <a:off x="6903720" y="777240"/>
            <a:ext cx="3931920" cy="2898648"/>
          </a:xfrm>
          <a:prstGeom prst="rect">
            <a:avLst/>
          </a:prstGeom>
        </p:spPr>
      </p:pic>
      <p:pic>
        <p:nvPicPr>
          <p:cNvPr id="11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9692640" y="3794760"/>
            <a:ext cx="1783080" cy="2514600"/>
          </a:xfrm>
          <a:prstGeom prst="rect">
            <a:avLst/>
          </a:prstGeom>
        </p:spPr>
      </p:pic>
      <p:pic>
        <p:nvPicPr>
          <p:cNvPr id="12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480000">
            <a:off x="6858000" y="3886200"/>
            <a:ext cx="2194560" cy="2194560"/>
          </a:xfrm>
          <a:prstGeom prst="rect">
            <a:avLst/>
          </a:prstGeom>
        </p:spPr>
      </p:pic>
      <p:pic>
        <p:nvPicPr>
          <p:cNvPr id="13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9006840" y="397764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DYTE</a:t>
            </a:r>
            <a:endParaRPr lang="en-US" sz="1500" dirty="0"/>
          </a:p>
        </p:txBody>
      </p:sp>
      <p:sp>
        <p:nvSpPr>
          <p:cNvPr id="6" name="!!head"/>
          <p:cNvSpPr/>
          <p:nvPr/>
        </p:nvSpPr>
        <p:spPr>
          <a:xfrm>
            <a:off x="1874520" y="1188720"/>
            <a:ext cx="475488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qeto dit jam kan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qike e mire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38528" y="3108960"/>
            <a:ext cx="457200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(qysh po menoj un)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938528" y="37947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3852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burimi: un</a:t>
            </a:r>
            <a:endParaRPr lang="en-US" sz="1500" dirty="0"/>
          </a:p>
        </p:txBody>
      </p:sp>
      <p:pic>
        <p:nvPicPr>
          <p:cNvPr id="10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480000">
            <a:off x="7040880" y="1234440"/>
            <a:ext cx="3108960" cy="3108960"/>
          </a:xfrm>
          <a:prstGeom prst="rect">
            <a:avLst/>
          </a:prstGeom>
        </p:spPr>
      </p:pic>
      <p:pic>
        <p:nvPicPr>
          <p:cNvPr id="11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00000">
            <a:off x="9281160" y="3611880"/>
            <a:ext cx="2194560" cy="2194560"/>
          </a:xfrm>
          <a:prstGeom prst="rect">
            <a:avLst/>
          </a:prstGeom>
        </p:spPr>
      </p:pic>
      <p:pic>
        <p:nvPicPr>
          <p:cNvPr id="12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840000">
            <a:off x="6400800" y="4480560"/>
            <a:ext cx="1188720" cy="1188720"/>
          </a:xfrm>
          <a:prstGeom prst="rect">
            <a:avLst/>
          </a:prstGeom>
        </p:spPr>
      </p:pic>
      <p:pic>
        <p:nvPicPr>
          <p:cNvPr id="13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05156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C0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TRETE</a:t>
            </a:r>
            <a:endParaRPr lang="en-US" sz="1500" dirty="0"/>
          </a:p>
        </p:txBody>
      </p:sp>
      <p:sp>
        <p:nvSpPr>
          <p:cNvPr id="6" name="!!head"/>
          <p:cNvSpPr/>
          <p:nvPr/>
        </p:nvSpPr>
        <p:spPr>
          <a:xfrm>
            <a:off x="1874520" y="1188720"/>
            <a:ext cx="475488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25400" dir="5400000">
              <a:srgbClr val="FFFFFF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0C0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ban shum</a:t>
            </a:r>
            <a:endParaRPr lang="en-US" sz="5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000" b="1" dirty="0">
                <a:solidFill>
                  <a:srgbClr val="0C0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lumtur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1938528" y="3337560"/>
            <a:ext cx="457200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FFFFFF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C0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shkenca e ka vertetu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938528" y="402336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0C0420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38528" y="4023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 garantume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867144" y="832104"/>
            <a:ext cx="4096512" cy="4096512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360000">
            <a:off x="7086600" y="1051560"/>
            <a:ext cx="3657600" cy="3657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056986" y="4228186"/>
            <a:ext cx="2150669" cy="2150669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20000">
            <a:off x="6172200" y="4343400"/>
            <a:ext cx="1920240" cy="1920240"/>
          </a:xfrm>
          <a:prstGeom prst="rect">
            <a:avLst/>
          </a:prstGeom>
        </p:spPr>
      </p:pic>
      <p:pic>
        <p:nvPicPr>
          <p:cNvPr id="14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600000">
            <a:off x="10332720" y="4480560"/>
            <a:ext cx="1463040" cy="146304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6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KATERT</a:t>
            </a:r>
            <a:endParaRPr lang="en-US" sz="1500" dirty="0"/>
          </a:p>
        </p:txBody>
      </p:sp>
      <p:sp>
        <p:nvSpPr>
          <p:cNvPr id="6" name="!!head"/>
          <p:cNvSpPr/>
          <p:nvPr/>
        </p:nvSpPr>
        <p:spPr>
          <a:xfrm>
            <a:off x="1874520" y="1188720"/>
            <a:ext cx="493776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premtoj qe e maj mire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edhe nuk e demtoj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938528" y="3200400"/>
            <a:ext cx="493776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C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thyerje deri tash — rekord i paster</a:t>
            </a:r>
            <a:endParaRPr lang="en-US" sz="1800" dirty="0"/>
          </a:p>
        </p:txBody>
      </p:sp>
      <p:pic>
        <p:nvPicPr>
          <p:cNvPr id="8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720000">
            <a:off x="2148840" y="4160520"/>
            <a:ext cx="1828800" cy="1828800"/>
          </a:xfrm>
          <a:prstGeom prst="rect">
            <a:avLst/>
          </a:prstGeom>
        </p:spPr>
      </p:pic>
      <p:pic>
        <p:nvPicPr>
          <p:cNvPr id="9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4709160"/>
            <a:ext cx="914400" cy="914400"/>
          </a:xfrm>
          <a:prstGeom prst="rect">
            <a:avLst/>
          </a:prstGeom>
        </p:spPr>
      </p:pic>
      <p:pic>
        <p:nvPicPr>
          <p:cNvPr id="10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480000">
            <a:off x="7086600" y="1325880"/>
            <a:ext cx="2194560" cy="2194560"/>
          </a:xfrm>
          <a:prstGeom prst="rect">
            <a:avLst/>
          </a:prstGeom>
        </p:spPr>
      </p:pic>
      <p:pic>
        <p:nvPicPr>
          <p:cNvPr id="11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783080"/>
            <a:ext cx="1463040" cy="14630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9480" y="3886200"/>
            <a:ext cx="1463040" cy="47548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6"/>
          <p:cNvSpPr/>
          <p:nvPr/>
        </p:nvSpPr>
        <p:spPr>
          <a:xfrm>
            <a:off x="7269480" y="3886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kurr</a:t>
            </a:r>
            <a:endParaRPr lang="en-US" sz="1400" dirty="0"/>
          </a:p>
        </p:txBody>
      </p:sp>
      <p:pic>
        <p:nvPicPr>
          <p:cNvPr id="14" name="Image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9555480" y="1783080"/>
            <a:ext cx="1920240" cy="192024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9464040" y="3886200"/>
            <a:ext cx="2103120" cy="475488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8"/>
          <p:cNvSpPr/>
          <p:nvPr/>
        </p:nvSpPr>
        <p:spPr>
          <a:xfrm>
            <a:off x="9464040" y="38862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gjithmone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PESTE</a:t>
            </a:r>
            <a:endParaRPr lang="en-US" sz="1500" dirty="0"/>
          </a:p>
        </p:txBody>
      </p:sp>
      <p:pic>
        <p:nvPicPr>
          <p:cNvPr id="6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325880"/>
            <a:ext cx="4846320" cy="594360"/>
          </a:xfrm>
          <a:prstGeom prst="rect">
            <a:avLst/>
          </a:prstGeom>
        </p:spPr>
      </p:pic>
      <p:sp>
        <p:nvSpPr>
          <p:cNvPr id="7" name="!!head"/>
          <p:cNvSpPr/>
          <p:nvPr/>
        </p:nvSpPr>
        <p:spPr>
          <a:xfrm>
            <a:off x="1874520" y="2194560"/>
            <a:ext cx="484632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kum pas anderr prej</a:t>
            </a:r>
            <a:endParaRPr lang="en-US" sz="3100" dirty="0"/>
          </a:p>
          <a:p>
            <a:pPr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 kum ngu ato qikat</a:t>
            </a:r>
            <a:endParaRPr lang="en-US" sz="3100" dirty="0"/>
          </a:p>
        </p:txBody>
      </p:sp>
      <p:sp>
        <p:nvSpPr>
          <p:cNvPr id="8" name="Text 4"/>
          <p:cNvSpPr/>
          <p:nvPr/>
        </p:nvSpPr>
        <p:spPr>
          <a:xfrm>
            <a:off x="1874520" y="3931920"/>
            <a:ext cx="484632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grupi im i preferuem. obviously.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874520" y="457200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874520" y="4572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KATSEYE 4EVER</a:t>
            </a:r>
            <a:endParaRPr lang="en-US" sz="1500" dirty="0"/>
          </a:p>
        </p:txBody>
      </p:sp>
      <p:pic>
        <p:nvPicPr>
          <p:cNvPr id="11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7086600" y="777240"/>
            <a:ext cx="4114800" cy="2834640"/>
          </a:xfrm>
          <a:prstGeom prst="rect">
            <a:avLst/>
          </a:prstGeom>
        </p:spPr>
      </p:pic>
      <p:pic>
        <p:nvPicPr>
          <p:cNvPr id="12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7772400" y="3703320"/>
            <a:ext cx="3291840" cy="2423160"/>
          </a:xfrm>
          <a:prstGeom prst="rect">
            <a:avLst/>
          </a:prstGeom>
        </p:spPr>
      </p:pic>
      <p:pic>
        <p:nvPicPr>
          <p:cNvPr id="13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0">
            <a:off x="5120640" y="4617720"/>
            <a:ext cx="1097280" cy="1097280"/>
          </a:xfrm>
          <a:prstGeom prst="rect">
            <a:avLst/>
          </a:prstGeom>
        </p:spPr>
      </p:pic>
      <p:pic>
        <p:nvPicPr>
          <p:cNvPr id="14" name="Image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892040"/>
            <a:ext cx="1005840" cy="1005840"/>
          </a:xfrm>
          <a:prstGeom prst="rect">
            <a:avLst/>
          </a:prstGeom>
        </p:spPr>
      </p:pic>
      <p:pic>
        <p:nvPicPr>
          <p:cNvPr id="15" name="Image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3520440"/>
            <a:ext cx="914400" cy="9144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David Lee / Wango Tango 2025 — CC BY 4.0, Wikimedia Commons</a:t>
            </a:r>
            <a:endParaRPr lang="en-US" sz="900" dirty="0"/>
          </a:p>
        </p:txBody>
      </p:sp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adge"/>
          <p:cNvSpPr/>
          <p:nvPr/>
        </p:nvSpPr>
        <p:spPr>
          <a:xfrm>
            <a:off x="566928" y="502920"/>
            <a:ext cx="1170432" cy="1170432"/>
          </a:xfrm>
          <a:prstGeom prst="ellipse">
            <a:avLst/>
          </a:prstGeom>
          <a:solidFill>
            <a:srgbClr val="FF2E88"/>
          </a:solidFill>
          <a:ln w="38100">
            <a:solidFill>
              <a:srgbClr val="FFF4F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sp>
      <p:sp>
        <p:nvSpPr>
          <p:cNvPr id="4" name="!!badgenum"/>
          <p:cNvSpPr/>
          <p:nvPr/>
        </p:nvSpPr>
        <p:spPr>
          <a:xfrm>
            <a:off x="566928" y="5029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5" name="!!kicker"/>
          <p:cNvSpPr/>
          <p:nvPr/>
        </p:nvSpPr>
        <p:spPr>
          <a:xfrm>
            <a:off x="1938528" y="658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ARSYJA E GJASHTE</a:t>
            </a:r>
            <a:endParaRPr lang="en-US" sz="1500" dirty="0"/>
          </a:p>
        </p:txBody>
      </p:sp>
      <p:sp>
        <p:nvSpPr>
          <p:cNvPr id="6" name="!!head"/>
          <p:cNvSpPr/>
          <p:nvPr/>
        </p:nvSpPr>
        <p:spPr>
          <a:xfrm>
            <a:off x="1874520" y="1143000"/>
            <a:ext cx="4754880" cy="21031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 premtoj qe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 me vlersu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shum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938528" y="397764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6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 afatgjat — pyet babin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938528" y="466344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38528" y="46634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 lutem x1000</a:t>
            </a:r>
            <a:endParaRPr lang="en-US" sz="1500" dirty="0"/>
          </a:p>
        </p:txBody>
      </p:sp>
      <p:pic>
        <p:nvPicPr>
          <p:cNvPr id="10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420000">
            <a:off x="7223760" y="1280160"/>
            <a:ext cx="2926080" cy="2926080"/>
          </a:xfrm>
          <a:prstGeom prst="rect">
            <a:avLst/>
          </a:prstGeom>
        </p:spPr>
      </p:pic>
      <p:pic>
        <p:nvPicPr>
          <p:cNvPr id="11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80000">
            <a:off x="6400800" y="4160520"/>
            <a:ext cx="2011680" cy="2011680"/>
          </a:xfrm>
          <a:prstGeom prst="rect">
            <a:avLst/>
          </a:prstGeom>
        </p:spPr>
      </p:pic>
      <p:pic>
        <p:nvPicPr>
          <p:cNvPr id="12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">
            <a:off x="9189720" y="4206240"/>
            <a:ext cx="1828800" cy="1828800"/>
          </a:xfrm>
          <a:prstGeom prst="rect">
            <a:avLst/>
          </a:prstGeom>
        </p:spPr>
      </p:pic>
      <p:pic>
        <p:nvPicPr>
          <p:cNvPr id="13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698480" y="1965960"/>
            <a:ext cx="1143000" cy="1143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head"/>
          <p:cNvSpPr/>
          <p:nvPr/>
        </p:nvSpPr>
        <p:spPr>
          <a:xfrm>
            <a:off x="868680" y="1508760"/>
            <a:ext cx="6400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nejse, qato jan arsyet.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868680" y="2377440"/>
            <a:ext cx="64008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spc="5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ÇAOOO</a:t>
            </a:r>
            <a:endParaRPr lang="en-US" sz="10800" dirty="0"/>
          </a:p>
        </p:txBody>
      </p:sp>
      <p:sp>
        <p:nvSpPr>
          <p:cNvPr id="5" name="Shape 2"/>
          <p:cNvSpPr/>
          <p:nvPr/>
        </p:nvSpPr>
        <p:spPr>
          <a:xfrm>
            <a:off x="914400" y="4297680"/>
            <a:ext cx="4572000" cy="621792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2976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FF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faleminderit qe e keni ndigju</a:t>
            </a:r>
            <a:endParaRPr lang="en-US" sz="1600" dirty="0"/>
          </a:p>
        </p:txBody>
      </p:sp>
      <p:pic>
        <p:nvPicPr>
          <p:cNvPr id="7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600000">
            <a:off x="7635240" y="3886200"/>
            <a:ext cx="2103120" cy="2103120"/>
          </a:xfrm>
          <a:prstGeom prst="rect">
            <a:avLst/>
          </a:prstGeom>
        </p:spPr>
      </p:pic>
      <p:pic>
        <p:nvPicPr>
          <p:cNvPr id="8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20000">
            <a:off x="9692640" y="4572000"/>
            <a:ext cx="1371600" cy="1371600"/>
          </a:xfrm>
          <a:prstGeom prst="rect">
            <a:avLst/>
          </a:prstGeom>
        </p:spPr>
      </p:pic>
      <p:pic>
        <p:nvPicPr>
          <p:cNvPr id="9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10378440" y="2971800"/>
            <a:ext cx="1280160" cy="1280160"/>
          </a:xfrm>
          <a:prstGeom prst="rect">
            <a:avLst/>
          </a:prstGeom>
        </p:spPr>
      </p:pic>
      <p:pic>
        <p:nvPicPr>
          <p:cNvPr id="10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78892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1100">
    <p14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2026-08-15T18:17:24Z</dcterms:created>
  <dcterms:modified xsi:type="dcterms:W3CDTF">2026-08-15T18:17:24Z</dcterms:modified>
</cp:coreProperties>
</file>